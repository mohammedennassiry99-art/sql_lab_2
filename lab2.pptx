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M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3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88EF-A32F-403A-BD3C-9B8144F3850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6097-2237-4BA8-B0B0-045198964B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2488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88EF-A32F-403A-BD3C-9B8144F3850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6097-2237-4BA8-B0B0-045198964B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4222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88EF-A32F-403A-BD3C-9B8144F3850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6097-2237-4BA8-B0B0-045198964B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206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88EF-A32F-403A-BD3C-9B8144F3850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6097-2237-4BA8-B0B0-045198964B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2795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88EF-A32F-403A-BD3C-9B8144F3850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6097-2237-4BA8-B0B0-045198964B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1046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88EF-A32F-403A-BD3C-9B8144F3850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6097-2237-4BA8-B0B0-045198964B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1867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88EF-A32F-403A-BD3C-9B8144F3850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6097-2237-4BA8-B0B0-045198964B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5336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88EF-A32F-403A-BD3C-9B8144F3850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6097-2237-4BA8-B0B0-045198964B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1332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88EF-A32F-403A-BD3C-9B8144F3850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6097-2237-4BA8-B0B0-045198964B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53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88EF-A32F-403A-BD3C-9B8144F3850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6097-2237-4BA8-B0B0-045198964B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6893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88EF-A32F-403A-BD3C-9B8144F3850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6097-2237-4BA8-B0B0-045198964B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203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988EF-A32F-403A-BD3C-9B8144F3850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96097-2237-4BA8-B0B0-045198964B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59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M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943725"/>
          </a:xfrm>
          <a:solidFill>
            <a:schemeClr val="tx1"/>
          </a:solidFill>
        </p:spPr>
        <p:txBody>
          <a:bodyPr/>
          <a:lstStyle/>
          <a:p>
            <a:r>
              <a:rPr lang="en-US" dirty="0" err="1" smtClean="0"/>
              <a:t>qq</a:t>
            </a:r>
            <a:endParaRPr lang="fr-FR" dirty="0"/>
          </a:p>
        </p:txBody>
      </p:sp>
      <p:grpSp>
        <p:nvGrpSpPr>
          <p:cNvPr id="11" name="Groupe 10"/>
          <p:cNvGrpSpPr/>
          <p:nvPr/>
        </p:nvGrpSpPr>
        <p:grpSpPr>
          <a:xfrm>
            <a:off x="7234237" y="523860"/>
            <a:ext cx="2628900" cy="2343151"/>
            <a:chOff x="8686800" y="723900"/>
            <a:chExt cx="2628900" cy="2343151"/>
          </a:xfrm>
        </p:grpSpPr>
        <p:sp>
          <p:nvSpPr>
            <p:cNvPr id="4" name="Rectangle 3"/>
            <p:cNvSpPr/>
            <p:nvPr/>
          </p:nvSpPr>
          <p:spPr>
            <a:xfrm>
              <a:off x="8829675" y="852487"/>
              <a:ext cx="2314575" cy="22145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r-FR" dirty="0"/>
            </a:p>
          </p:txBody>
        </p:sp>
        <p:sp>
          <p:nvSpPr>
            <p:cNvPr id="5" name="Organigramme : Terminateur 4"/>
            <p:cNvSpPr/>
            <p:nvPr/>
          </p:nvSpPr>
          <p:spPr>
            <a:xfrm>
              <a:off x="8686800" y="723900"/>
              <a:ext cx="2628900" cy="919162"/>
            </a:xfrm>
            <a:prstGeom prst="flowChartTerminator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fr-FR" sz="4000" dirty="0" smtClean="0"/>
                <a:t>Auteur</a:t>
              </a:r>
              <a:endParaRPr lang="fr-FR" sz="4000" dirty="0"/>
            </a:p>
          </p:txBody>
        </p:sp>
      </p:grpSp>
      <p:sp>
        <p:nvSpPr>
          <p:cNvPr id="6" name="ZoneTexte 5"/>
          <p:cNvSpPr txBox="1"/>
          <p:nvPr/>
        </p:nvSpPr>
        <p:spPr>
          <a:xfrm>
            <a:off x="7529512" y="1514627"/>
            <a:ext cx="1994481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r-FR" sz="2800" b="1" dirty="0" smtClean="0">
                <a:solidFill>
                  <a:srgbClr val="FFC000"/>
                </a:solidFill>
              </a:rPr>
              <a:t>ID</a:t>
            </a:r>
            <a:r>
              <a:rPr lang="en-US" sz="2800" b="1" dirty="0" smtClean="0">
                <a:solidFill>
                  <a:srgbClr val="FFC000"/>
                </a:solidFill>
              </a:rPr>
              <a:t>_AUTEUR</a:t>
            </a:r>
            <a:endParaRPr lang="fr-FR" sz="2800" b="1" dirty="0" smtClean="0">
              <a:solidFill>
                <a:srgbClr val="FFC000"/>
              </a:solidFill>
            </a:endParaRPr>
          </a:p>
          <a:p>
            <a:pPr algn="ctr"/>
            <a:r>
              <a:rPr lang="fr-FR" sz="2800" b="1" dirty="0" smtClean="0"/>
              <a:t>NO</a:t>
            </a:r>
            <a:r>
              <a:rPr lang="en-US" sz="2800" b="1" dirty="0" smtClean="0"/>
              <a:t>M</a:t>
            </a:r>
            <a:endParaRPr lang="fr-FR" sz="2800" b="1" dirty="0"/>
          </a:p>
        </p:txBody>
      </p:sp>
      <p:sp>
        <p:nvSpPr>
          <p:cNvPr id="13" name="Rectangle 12"/>
          <p:cNvSpPr/>
          <p:nvPr/>
        </p:nvSpPr>
        <p:spPr>
          <a:xfrm>
            <a:off x="2767012" y="761811"/>
            <a:ext cx="2314575" cy="22145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r-FR" dirty="0"/>
          </a:p>
        </p:txBody>
      </p:sp>
      <p:sp>
        <p:nvSpPr>
          <p:cNvPr id="14" name="Organigramme : Terminateur 13"/>
          <p:cNvSpPr/>
          <p:nvPr/>
        </p:nvSpPr>
        <p:spPr>
          <a:xfrm>
            <a:off x="2581275" y="523860"/>
            <a:ext cx="2628900" cy="919162"/>
          </a:xfrm>
          <a:prstGeom prst="flowChartTerminator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r-FR" sz="4000" dirty="0" smtClean="0"/>
              <a:t>OUVR</a:t>
            </a:r>
            <a:r>
              <a:rPr lang="en-US" sz="4000" dirty="0" smtClean="0"/>
              <a:t>AGE</a:t>
            </a:r>
            <a:endParaRPr lang="fr-FR" sz="4000" dirty="0"/>
          </a:p>
        </p:txBody>
      </p:sp>
      <p:sp>
        <p:nvSpPr>
          <p:cNvPr id="15" name="ZoneTexte 14"/>
          <p:cNvSpPr txBox="1"/>
          <p:nvPr/>
        </p:nvSpPr>
        <p:spPr>
          <a:xfrm>
            <a:off x="2756076" y="1443022"/>
            <a:ext cx="2253603" cy="126188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r-FR" sz="2800" b="1" dirty="0" smtClean="0">
                <a:solidFill>
                  <a:srgbClr val="FFC000"/>
                </a:solidFill>
              </a:rPr>
              <a:t>ID</a:t>
            </a:r>
            <a:r>
              <a:rPr lang="en-US" sz="2800" b="1" dirty="0" smtClean="0">
                <a:solidFill>
                  <a:srgbClr val="FFC000"/>
                </a:solidFill>
              </a:rPr>
              <a:t>_OUVRAGE</a:t>
            </a:r>
            <a:endParaRPr lang="fr-FR" sz="2800" b="1" dirty="0" smtClean="0">
              <a:solidFill>
                <a:srgbClr val="FFC000"/>
              </a:solidFill>
            </a:endParaRPr>
          </a:p>
          <a:p>
            <a:pPr algn="ctr"/>
            <a:r>
              <a:rPr lang="fr-FR" sz="2800" b="1" dirty="0" smtClean="0"/>
              <a:t>TITRE</a:t>
            </a:r>
          </a:p>
          <a:p>
            <a:pPr algn="ctr"/>
            <a:r>
              <a:rPr lang="fr-FR" sz="2000" b="1" dirty="0" smtClean="0"/>
              <a:t>DISPONIBIBLITE</a:t>
            </a:r>
          </a:p>
        </p:txBody>
      </p:sp>
      <p:grpSp>
        <p:nvGrpSpPr>
          <p:cNvPr id="17" name="Groupe 16"/>
          <p:cNvGrpSpPr/>
          <p:nvPr/>
        </p:nvGrpSpPr>
        <p:grpSpPr>
          <a:xfrm>
            <a:off x="7388513" y="4108749"/>
            <a:ext cx="2628900" cy="2343151"/>
            <a:chOff x="8686800" y="723900"/>
            <a:chExt cx="2628900" cy="2343151"/>
          </a:xfrm>
        </p:grpSpPr>
        <p:sp>
          <p:nvSpPr>
            <p:cNvPr id="18" name="Rectangle 17"/>
            <p:cNvSpPr/>
            <p:nvPr/>
          </p:nvSpPr>
          <p:spPr>
            <a:xfrm>
              <a:off x="8829675" y="852487"/>
              <a:ext cx="2314575" cy="22145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r-FR" dirty="0"/>
            </a:p>
          </p:txBody>
        </p:sp>
        <p:sp>
          <p:nvSpPr>
            <p:cNvPr id="19" name="Organigramme : Terminateur 18"/>
            <p:cNvSpPr/>
            <p:nvPr/>
          </p:nvSpPr>
          <p:spPr>
            <a:xfrm>
              <a:off x="8686800" y="723900"/>
              <a:ext cx="2628900" cy="919162"/>
            </a:xfrm>
            <a:prstGeom prst="flowChartTerminator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4000" dirty="0" smtClean="0"/>
                <a:t>ABONNE</a:t>
              </a:r>
              <a:endParaRPr lang="fr-FR" sz="4000" dirty="0"/>
            </a:p>
          </p:txBody>
        </p:sp>
      </p:grpSp>
      <p:sp>
        <p:nvSpPr>
          <p:cNvPr id="20" name="ZoneTexte 19"/>
          <p:cNvSpPr txBox="1"/>
          <p:nvPr/>
        </p:nvSpPr>
        <p:spPr>
          <a:xfrm>
            <a:off x="7639552" y="5001966"/>
            <a:ext cx="1994481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r-FR" sz="2800" b="1" dirty="0" smtClean="0">
                <a:solidFill>
                  <a:srgbClr val="FFC000"/>
                </a:solidFill>
              </a:rPr>
              <a:t>ID</a:t>
            </a:r>
            <a:r>
              <a:rPr lang="en-US" sz="2800" b="1" dirty="0" smtClean="0">
                <a:solidFill>
                  <a:srgbClr val="FFC000"/>
                </a:solidFill>
              </a:rPr>
              <a:t>_ABONNE</a:t>
            </a:r>
            <a:endParaRPr lang="fr-FR" sz="2800" b="1" dirty="0" smtClean="0">
              <a:solidFill>
                <a:srgbClr val="FFC000"/>
              </a:solidFill>
            </a:endParaRPr>
          </a:p>
          <a:p>
            <a:pPr algn="ctr"/>
            <a:r>
              <a:rPr lang="fr-FR" sz="2800" b="1" dirty="0" smtClean="0"/>
              <a:t>NO</a:t>
            </a:r>
            <a:r>
              <a:rPr lang="en-US" sz="2800" b="1" dirty="0" smtClean="0"/>
              <a:t>M</a:t>
            </a:r>
            <a:endParaRPr lang="fr-FR" sz="2800" b="1" dirty="0"/>
          </a:p>
          <a:p>
            <a:pPr algn="ctr"/>
            <a:r>
              <a:rPr lang="en-US" sz="2800" b="1" dirty="0" smtClean="0"/>
              <a:t>EMAIL</a:t>
            </a:r>
          </a:p>
        </p:txBody>
      </p:sp>
      <p:grpSp>
        <p:nvGrpSpPr>
          <p:cNvPr id="21" name="Groupe 20"/>
          <p:cNvGrpSpPr/>
          <p:nvPr/>
        </p:nvGrpSpPr>
        <p:grpSpPr>
          <a:xfrm>
            <a:off x="2472244" y="4109441"/>
            <a:ext cx="2628900" cy="2343151"/>
            <a:chOff x="8686800" y="723900"/>
            <a:chExt cx="2628900" cy="2343151"/>
          </a:xfrm>
        </p:grpSpPr>
        <p:sp>
          <p:nvSpPr>
            <p:cNvPr id="22" name="Rectangle 21"/>
            <p:cNvSpPr/>
            <p:nvPr/>
          </p:nvSpPr>
          <p:spPr>
            <a:xfrm>
              <a:off x="8829675" y="852487"/>
              <a:ext cx="2314575" cy="22145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r-FR" dirty="0"/>
            </a:p>
          </p:txBody>
        </p:sp>
        <p:sp>
          <p:nvSpPr>
            <p:cNvPr id="23" name="Organigramme : Terminateur 22"/>
            <p:cNvSpPr/>
            <p:nvPr/>
          </p:nvSpPr>
          <p:spPr>
            <a:xfrm>
              <a:off x="8686800" y="723900"/>
              <a:ext cx="2628900" cy="919162"/>
            </a:xfrm>
            <a:prstGeom prst="flowChartTerminator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fr-FR" sz="4000" dirty="0" smtClean="0"/>
                <a:t>E</a:t>
              </a:r>
              <a:r>
                <a:rPr lang="en-US" sz="4000" dirty="0" smtClean="0"/>
                <a:t>MPRUTE</a:t>
              </a:r>
              <a:endParaRPr lang="fr-FR" sz="4000" dirty="0"/>
            </a:p>
          </p:txBody>
        </p:sp>
      </p:grpSp>
      <p:sp>
        <p:nvSpPr>
          <p:cNvPr id="24" name="ZoneTexte 23"/>
          <p:cNvSpPr txBox="1"/>
          <p:nvPr/>
        </p:nvSpPr>
        <p:spPr>
          <a:xfrm>
            <a:off x="2532023" y="5001967"/>
            <a:ext cx="2473617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r-FR" sz="2800" b="1" dirty="0" smtClean="0">
                <a:solidFill>
                  <a:srgbClr val="FFC000"/>
                </a:solidFill>
              </a:rPr>
              <a:t>ID</a:t>
            </a:r>
            <a:r>
              <a:rPr lang="en-US" sz="2800" b="1" dirty="0" smtClean="0">
                <a:solidFill>
                  <a:srgbClr val="FFC000"/>
                </a:solidFill>
              </a:rPr>
              <a:t>_EMPRUNTE</a:t>
            </a:r>
            <a:endParaRPr lang="fr-FR" sz="2800" b="1" dirty="0" smtClean="0">
              <a:solidFill>
                <a:srgbClr val="FFC000"/>
              </a:solidFill>
            </a:endParaRPr>
          </a:p>
          <a:p>
            <a:pPr algn="ctr"/>
            <a:r>
              <a:rPr lang="fr-FR" sz="2800" b="1" dirty="0" smtClean="0"/>
              <a:t>D</a:t>
            </a:r>
            <a:r>
              <a:rPr lang="en-US" sz="2800" b="1" dirty="0" smtClean="0"/>
              <a:t>ATE_D</a:t>
            </a:r>
            <a:endParaRPr lang="fr-FR" sz="2800" b="1" dirty="0"/>
          </a:p>
          <a:p>
            <a:pPr algn="ctr"/>
            <a:r>
              <a:rPr lang="en-US" sz="2800" b="1" dirty="0" smtClean="0"/>
              <a:t>DATE_F</a:t>
            </a:r>
          </a:p>
        </p:txBody>
      </p:sp>
      <p:cxnSp>
        <p:nvCxnSpPr>
          <p:cNvPr id="26" name="Connecteur droit avec flèche 25"/>
          <p:cNvCxnSpPr/>
          <p:nvPr/>
        </p:nvCxnSpPr>
        <p:spPr>
          <a:xfrm>
            <a:off x="5081587" y="2054720"/>
            <a:ext cx="2302164" cy="0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6928063" y="5163406"/>
            <a:ext cx="1219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1,n</a:t>
            </a:r>
            <a:endParaRPr lang="fr-FR" dirty="0">
              <a:solidFill>
                <a:srgbClr val="FFC000"/>
              </a:solidFill>
            </a:endParaRPr>
          </a:p>
        </p:txBody>
      </p:sp>
      <p:sp>
        <p:nvSpPr>
          <p:cNvPr id="30" name="ZoneTexte 29"/>
          <p:cNvSpPr txBox="1"/>
          <p:nvPr/>
        </p:nvSpPr>
        <p:spPr>
          <a:xfrm>
            <a:off x="5112543" y="1622348"/>
            <a:ext cx="1219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1,1</a:t>
            </a:r>
            <a:endParaRPr lang="fr-FR" dirty="0">
              <a:solidFill>
                <a:srgbClr val="FFC000"/>
              </a:solidFill>
            </a:endParaRPr>
          </a:p>
        </p:txBody>
      </p:sp>
      <p:cxnSp>
        <p:nvCxnSpPr>
          <p:cNvPr id="31" name="Connecteur droit avec flèche 30"/>
          <p:cNvCxnSpPr/>
          <p:nvPr/>
        </p:nvCxnSpPr>
        <p:spPr>
          <a:xfrm flipV="1">
            <a:off x="4010025" y="3041313"/>
            <a:ext cx="47625" cy="1067436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/>
          <p:cNvCxnSpPr/>
          <p:nvPr/>
        </p:nvCxnSpPr>
        <p:spPr>
          <a:xfrm>
            <a:off x="5003511" y="5563123"/>
            <a:ext cx="2302164" cy="0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6843712" y="1620449"/>
            <a:ext cx="1219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1,n</a:t>
            </a:r>
            <a:endParaRPr lang="fr-FR" dirty="0">
              <a:solidFill>
                <a:srgbClr val="FFC000"/>
              </a:solidFill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5037858" y="5105145"/>
            <a:ext cx="1219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1,1</a:t>
            </a:r>
            <a:endParaRPr lang="fr-FR" dirty="0">
              <a:solidFill>
                <a:srgbClr val="FFC000"/>
              </a:solidFill>
            </a:endParaRPr>
          </a:p>
        </p:txBody>
      </p:sp>
      <p:sp>
        <p:nvSpPr>
          <p:cNvPr id="42" name="ZoneTexte 41"/>
          <p:cNvSpPr txBox="1"/>
          <p:nvPr/>
        </p:nvSpPr>
        <p:spPr>
          <a:xfrm>
            <a:off x="4209091" y="3747312"/>
            <a:ext cx="1219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1,1</a:t>
            </a:r>
            <a:endParaRPr lang="fr-FR" dirty="0">
              <a:solidFill>
                <a:srgbClr val="FFC000"/>
              </a:solidFill>
            </a:endParaRPr>
          </a:p>
        </p:txBody>
      </p:sp>
      <p:sp>
        <p:nvSpPr>
          <p:cNvPr id="43" name="Ellipse 42"/>
          <p:cNvSpPr/>
          <p:nvPr/>
        </p:nvSpPr>
        <p:spPr>
          <a:xfrm>
            <a:off x="5428291" y="1620449"/>
            <a:ext cx="1608755" cy="10497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écrire </a:t>
            </a:r>
            <a:endParaRPr lang="fr-FR"/>
          </a:p>
        </p:txBody>
      </p:sp>
      <p:sp>
        <p:nvSpPr>
          <p:cNvPr id="44" name="ZoneTexte 43"/>
          <p:cNvSpPr txBox="1"/>
          <p:nvPr/>
        </p:nvSpPr>
        <p:spPr>
          <a:xfrm>
            <a:off x="4168609" y="3003121"/>
            <a:ext cx="1219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1,n</a:t>
            </a:r>
            <a:endParaRPr lang="fr-FR" dirty="0">
              <a:solidFill>
                <a:srgbClr val="FFC000"/>
              </a:solidFill>
            </a:endParaRPr>
          </a:p>
        </p:txBody>
      </p:sp>
      <p:sp>
        <p:nvSpPr>
          <p:cNvPr id="45" name="Ellipse 44"/>
          <p:cNvSpPr/>
          <p:nvPr/>
        </p:nvSpPr>
        <p:spPr>
          <a:xfrm>
            <a:off x="5403041" y="5144811"/>
            <a:ext cx="1608755" cy="10497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 smtClean="0"/>
              <a:t>abonner</a:t>
            </a:r>
            <a:r>
              <a:rPr lang="en-US" dirty="0" smtClean="0"/>
              <a:t> </a:t>
            </a:r>
            <a:endParaRPr lang="fr-FR" dirty="0"/>
          </a:p>
        </p:txBody>
      </p:sp>
      <p:sp>
        <p:nvSpPr>
          <p:cNvPr id="46" name="Ellipse 45"/>
          <p:cNvSpPr/>
          <p:nvPr/>
        </p:nvSpPr>
        <p:spPr>
          <a:xfrm>
            <a:off x="3091347" y="3249304"/>
            <a:ext cx="1690203" cy="6092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 smtClean="0"/>
              <a:t>emprunter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819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34</Words>
  <Application>Microsoft Office PowerPoint</Application>
  <PresentationFormat>Grand écran</PresentationFormat>
  <Paragraphs>25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qq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MOHAMMED</dc:creator>
  <cp:lastModifiedBy>MOHAMMED</cp:lastModifiedBy>
  <cp:revision>5</cp:revision>
  <dcterms:created xsi:type="dcterms:W3CDTF">2025-12-03T16:56:49Z</dcterms:created>
  <dcterms:modified xsi:type="dcterms:W3CDTF">2025-12-03T18:15:24Z</dcterms:modified>
</cp:coreProperties>
</file>